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9" autoAdjust="0"/>
    <p:restoredTop sz="94660"/>
  </p:normalViewPr>
  <p:slideViewPr>
    <p:cSldViewPr snapToGrid="0">
      <p:cViewPr varScale="1">
        <p:scale>
          <a:sx n="79" d="100"/>
          <a:sy n="79" d="100"/>
        </p:scale>
        <p:origin x="80" y="4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03C73-3422-2E30-8B3A-1F1FA1B0C0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FECF8E-C372-8587-F99F-D818EE25C6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7FB1F-E53E-28E5-0942-1D4E29F02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4ABEA-6865-4D02-9E7D-BC550FADFC71}" type="datetimeFigureOut">
              <a:rPr lang="en-CA" smtClean="0"/>
              <a:t>2025-11-01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793687-15DB-CE60-B761-A711B61E5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5EEBA-C242-2912-519E-02A7D3949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BF726-841A-4521-8571-89AE8A0E6F6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058989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7ADA0-4825-DF91-710C-59A7EFB11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3A25E9-D7FD-3E26-267E-6143FBA101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D31B12-972F-48EF-0487-5DFCACE0C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4ABEA-6865-4D02-9E7D-BC550FADFC71}" type="datetimeFigureOut">
              <a:rPr lang="en-CA" smtClean="0"/>
              <a:t>2025-11-01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70E981-30DD-2F72-76EF-57024FC9C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00C592-AD65-EE88-776C-E7BB94813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BF726-841A-4521-8571-89AE8A0E6F6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14919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C2F2E-0AA4-BE95-45DA-42E2E1E8A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E2EE81-C416-6DB7-510A-477C54D965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821758-6F2C-70DB-56B4-3F7AE3AA9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4ABEA-6865-4D02-9E7D-BC550FADFC71}" type="datetimeFigureOut">
              <a:rPr lang="en-CA" smtClean="0"/>
              <a:t>2025-11-01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52BECE-241F-4D2B-53FC-2CC558F63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4D533A-CCE3-E876-2E5E-14728A50E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BF726-841A-4521-8571-89AE8A0E6F6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179083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BF50F-00A1-AFB4-54C9-8FA102F66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4DD900-3C17-B5BB-1CEA-5F7B6D034C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8C4DD4-665D-4B2E-6C1E-4805A99A76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63E42F-E32C-A549-A281-6807837E7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4ABEA-6865-4D02-9E7D-BC550FADFC71}" type="datetimeFigureOut">
              <a:rPr lang="en-CA" smtClean="0"/>
              <a:t>2025-11-01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67D747-C862-49DF-F36B-0E9F11A1B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154A90-0C4F-151C-8B65-C8C89AF8F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BF726-841A-4521-8571-89AE8A0E6F6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88632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47C42-9F50-22DF-9579-0F1BD17BD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FBEB66-3E6E-1DA8-06DF-1FB9DAD919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1C29A5-D3C9-22DD-D370-84F4AA49E3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D4868A-0FFC-5074-FD29-7646DA44B8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999897-A047-47E9-6A6A-05D33C1402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7F19F2-3412-ED60-BBF2-0189A2EAC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4ABEA-6865-4D02-9E7D-BC550FADFC71}" type="datetimeFigureOut">
              <a:rPr lang="en-CA" smtClean="0"/>
              <a:t>2025-11-01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7DB4DED-1E56-201B-A2DF-7DFDB8EF1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114902-BC01-3F74-0130-D27897846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BF726-841A-4521-8571-89AE8A0E6F6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458145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C5309-18B2-2E39-D5CD-B27889948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1888D9-1BB4-129F-E624-7B11F7475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4ABEA-6865-4D02-9E7D-BC550FADFC71}" type="datetimeFigureOut">
              <a:rPr lang="en-CA" smtClean="0"/>
              <a:t>2025-11-01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201A1A-EA53-0EAE-83C9-8D01333BF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D83B11-E7A8-A763-C21F-2FEBE5F5D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BF726-841A-4521-8571-89AE8A0E6F6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754648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28313B-59DB-CDB6-ADD2-0F215D6CA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4ABEA-6865-4D02-9E7D-BC550FADFC71}" type="datetimeFigureOut">
              <a:rPr lang="en-CA" smtClean="0"/>
              <a:t>2025-11-01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319449-9ABF-7509-3FD5-23ABF2A3C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0B504B-1AF7-900C-7B7A-C48988B50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BF726-841A-4521-8571-89AE8A0E6F6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254722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86CB9-A59B-0641-F9B5-160DC3186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A916CC-8E3D-1A19-0FAA-6C11D008EC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E7B24B-17B4-A661-1B6D-CE203F9B12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2144CC-5E76-673B-4FDE-7BB7EA27A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4ABEA-6865-4D02-9E7D-BC550FADFC71}" type="datetimeFigureOut">
              <a:rPr lang="en-CA" smtClean="0"/>
              <a:t>2025-11-01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448F27-626C-277D-CD3F-1E076B49F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7FEC07-D638-FB5C-B5BB-DD8141B36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BF726-841A-4521-8571-89AE8A0E6F6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337815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55DC5-F04F-D1A4-A69E-848D0FD453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F88902C-A792-A1D0-05D6-F679DA5553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550A5D-359E-51A7-0616-09A8EF33D3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7A7684-6C96-1E42-6C79-48FA6E141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4ABEA-6865-4D02-9E7D-BC550FADFC71}" type="datetimeFigureOut">
              <a:rPr lang="en-CA" smtClean="0"/>
              <a:t>2025-11-01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C89719-C443-714E-7C59-DB5E4C430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40F848-764B-7EF9-8D53-4D619BBF2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BF726-841A-4521-8571-89AE8A0E6F6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66057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1DF05-0E95-5E38-0A46-A432084BE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9C1DD2-2070-321D-2EC8-3C53F2BBF4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B22F15-0C24-8736-9415-7E5A740D9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4ABEA-6865-4D02-9E7D-BC550FADFC71}" type="datetimeFigureOut">
              <a:rPr lang="en-CA" smtClean="0"/>
              <a:t>2025-11-01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CD35D1-6016-42B0-0F27-0F0084308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8C6F23-D32E-3E51-F24F-BE0AACEF1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BF726-841A-4521-8571-89AE8A0E6F6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439090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BC24D3-9530-38D4-0B56-4B5DCD05D7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E2BB32-6831-AD51-07F3-7E44F89B60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47F6E6-1DE6-FF65-A7EC-0EDE3152C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4ABEA-6865-4D02-9E7D-BC550FADFC71}" type="datetimeFigureOut">
              <a:rPr lang="en-CA" smtClean="0"/>
              <a:t>2025-11-01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FBB4B1-8078-56FB-4360-5007F75D8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46A932-07A1-6C22-22ED-8712701C2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BF726-841A-4521-8571-89AE8A0E6F6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663275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A9326F-EFDC-62BB-7715-22D58A078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C7C330-6C1E-0D57-B775-21DCF995DF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1C0901-41E7-42D4-0C54-D7AB7CB334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C4ABEA-6865-4D02-9E7D-BC550FADFC71}" type="datetimeFigureOut">
              <a:rPr lang="en-CA" smtClean="0"/>
              <a:t>2025-11-01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666799-8367-6F74-8CAE-E9E23EED45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4DEC85-AB14-BFBA-42A4-DD9F1F1988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BBF726-841A-4521-8571-89AE8A0E6F6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946233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74BD8896-DCBE-A0F8-CFFF-2051A6BA8160}"/>
              </a:ext>
            </a:extLst>
          </p:cNvPr>
          <p:cNvSpPr/>
          <p:nvPr/>
        </p:nvSpPr>
        <p:spPr>
          <a:xfrm>
            <a:off x="855878" y="2794407"/>
            <a:ext cx="636423" cy="63642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CA" sz="3200" b="1" dirty="0"/>
              <a:t>v1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23FF958-746D-5FD1-C13B-7D3D31AB668D}"/>
              </a:ext>
            </a:extLst>
          </p:cNvPr>
          <p:cNvSpPr/>
          <p:nvPr/>
        </p:nvSpPr>
        <p:spPr>
          <a:xfrm>
            <a:off x="2311096" y="2794407"/>
            <a:ext cx="636423" cy="63642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CA" sz="3200" b="1" dirty="0"/>
              <a:t>v2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E7C7B6E-B481-ABC0-50CD-8FC3F5458642}"/>
              </a:ext>
            </a:extLst>
          </p:cNvPr>
          <p:cNvSpPr/>
          <p:nvPr/>
        </p:nvSpPr>
        <p:spPr>
          <a:xfrm>
            <a:off x="3766314" y="2792577"/>
            <a:ext cx="636423" cy="63642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CA" sz="3200" b="1" dirty="0"/>
              <a:t>v3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B54AADF-8CB9-10A2-FCD2-E5705E444BED}"/>
              </a:ext>
            </a:extLst>
          </p:cNvPr>
          <p:cNvCxnSpPr>
            <a:stCxn id="4" idx="6"/>
            <a:endCxn id="5" idx="2"/>
          </p:cNvCxnSpPr>
          <p:nvPr/>
        </p:nvCxnSpPr>
        <p:spPr>
          <a:xfrm>
            <a:off x="1492301" y="3112619"/>
            <a:ext cx="818795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148DFA3-9D0D-0AF6-306A-C7C2E11A8E34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 flipV="1">
            <a:off x="2947519" y="3110789"/>
            <a:ext cx="818795" cy="183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803957E3-5695-ADF1-EA00-34D2B8B4D34E}"/>
              </a:ext>
            </a:extLst>
          </p:cNvPr>
          <p:cNvSpPr/>
          <p:nvPr/>
        </p:nvSpPr>
        <p:spPr>
          <a:xfrm>
            <a:off x="5221532" y="2792576"/>
            <a:ext cx="636423" cy="63642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CA" sz="3200" b="1" dirty="0"/>
              <a:t>v4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E0B9023-48DC-DDD8-65D8-A0A8C5C72186}"/>
              </a:ext>
            </a:extLst>
          </p:cNvPr>
          <p:cNvCxnSpPr>
            <a:cxnSpLocks/>
          </p:cNvCxnSpPr>
          <p:nvPr/>
        </p:nvCxnSpPr>
        <p:spPr>
          <a:xfrm flipV="1">
            <a:off x="4402737" y="3110787"/>
            <a:ext cx="818795" cy="183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30C757C8-160C-8898-93B8-08694BB7C85F}"/>
              </a:ext>
            </a:extLst>
          </p:cNvPr>
          <p:cNvSpPr/>
          <p:nvPr/>
        </p:nvSpPr>
        <p:spPr>
          <a:xfrm>
            <a:off x="3766314" y="1512686"/>
            <a:ext cx="636423" cy="63642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CA" sz="3200" b="1" dirty="0"/>
              <a:t>v5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4FECCA9-86CA-E82F-4E35-21F06A735604}"/>
              </a:ext>
            </a:extLst>
          </p:cNvPr>
          <p:cNvCxnSpPr>
            <a:cxnSpLocks/>
            <a:stCxn id="5" idx="7"/>
            <a:endCxn id="14" idx="3"/>
          </p:cNvCxnSpPr>
          <p:nvPr/>
        </p:nvCxnSpPr>
        <p:spPr>
          <a:xfrm flipV="1">
            <a:off x="2854317" y="2055907"/>
            <a:ext cx="1005199" cy="831702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21971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DBCD9-B387-D333-129D-96948F1F4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89AD4B63-DBA2-F5D9-B482-D24F06D46C24}"/>
              </a:ext>
            </a:extLst>
          </p:cNvPr>
          <p:cNvSpPr/>
          <p:nvPr/>
        </p:nvSpPr>
        <p:spPr>
          <a:xfrm>
            <a:off x="855878" y="2794407"/>
            <a:ext cx="636423" cy="63642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CA" sz="3200" b="1" dirty="0"/>
              <a:t>v1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D41FFEF-4467-E6AE-97AC-B97A98148579}"/>
              </a:ext>
            </a:extLst>
          </p:cNvPr>
          <p:cNvSpPr/>
          <p:nvPr/>
        </p:nvSpPr>
        <p:spPr>
          <a:xfrm>
            <a:off x="2311096" y="2794407"/>
            <a:ext cx="636423" cy="63642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CA" sz="3200" b="1" dirty="0"/>
              <a:t>v2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E91E082-3941-64C6-86B3-F4FE4C2292A8}"/>
              </a:ext>
            </a:extLst>
          </p:cNvPr>
          <p:cNvSpPr/>
          <p:nvPr/>
        </p:nvSpPr>
        <p:spPr>
          <a:xfrm>
            <a:off x="3766314" y="2792577"/>
            <a:ext cx="636423" cy="63642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CA" sz="3200" b="1" dirty="0"/>
              <a:t>v3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98F4B9E-7DD3-DBAC-DA62-818A867D31D3}"/>
              </a:ext>
            </a:extLst>
          </p:cNvPr>
          <p:cNvCxnSpPr>
            <a:stCxn id="4" idx="6"/>
            <a:endCxn id="5" idx="2"/>
          </p:cNvCxnSpPr>
          <p:nvPr/>
        </p:nvCxnSpPr>
        <p:spPr>
          <a:xfrm>
            <a:off x="1492301" y="3112619"/>
            <a:ext cx="818795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2195A75-E5EF-0D00-4BC6-728F0D2E4444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 flipV="1">
            <a:off x="2947519" y="3110789"/>
            <a:ext cx="818795" cy="183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C5CB8DB1-EF38-9278-3607-3C3271457EF2}"/>
              </a:ext>
            </a:extLst>
          </p:cNvPr>
          <p:cNvSpPr/>
          <p:nvPr/>
        </p:nvSpPr>
        <p:spPr>
          <a:xfrm>
            <a:off x="5221532" y="2792576"/>
            <a:ext cx="636423" cy="63642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CA" sz="3200" b="1" dirty="0"/>
              <a:t>v4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B76E492-15E5-7BAD-8FFD-E804C927ACE7}"/>
              </a:ext>
            </a:extLst>
          </p:cNvPr>
          <p:cNvCxnSpPr>
            <a:cxnSpLocks/>
          </p:cNvCxnSpPr>
          <p:nvPr/>
        </p:nvCxnSpPr>
        <p:spPr>
          <a:xfrm flipV="1">
            <a:off x="4402737" y="3110787"/>
            <a:ext cx="818795" cy="183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6C2E0D99-1F8A-D7E6-E9E1-34817F04047C}"/>
              </a:ext>
            </a:extLst>
          </p:cNvPr>
          <p:cNvSpPr/>
          <p:nvPr/>
        </p:nvSpPr>
        <p:spPr>
          <a:xfrm>
            <a:off x="6163124" y="1721511"/>
            <a:ext cx="636423" cy="63642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CA" sz="3200" b="1" dirty="0"/>
              <a:t>v5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2498791-0ECD-E0A5-7C41-94173882459A}"/>
              </a:ext>
            </a:extLst>
          </p:cNvPr>
          <p:cNvCxnSpPr>
            <a:cxnSpLocks/>
            <a:stCxn id="12" idx="7"/>
            <a:endCxn id="14" idx="3"/>
          </p:cNvCxnSpPr>
          <p:nvPr/>
        </p:nvCxnSpPr>
        <p:spPr>
          <a:xfrm flipV="1">
            <a:off x="5764753" y="2264732"/>
            <a:ext cx="491573" cy="621046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1612CB6-CA93-3C95-F28A-C901406CF9F9}"/>
              </a:ext>
            </a:extLst>
          </p:cNvPr>
          <p:cNvCxnSpPr>
            <a:cxnSpLocks/>
          </p:cNvCxnSpPr>
          <p:nvPr/>
        </p:nvCxnSpPr>
        <p:spPr>
          <a:xfrm>
            <a:off x="6799547" y="2032034"/>
            <a:ext cx="766506" cy="7688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038F61D7-2568-63E2-1C6A-C8A2244B5318}"/>
              </a:ext>
            </a:extLst>
          </p:cNvPr>
          <p:cNvSpPr/>
          <p:nvPr/>
        </p:nvSpPr>
        <p:spPr>
          <a:xfrm>
            <a:off x="7566053" y="1721510"/>
            <a:ext cx="636423" cy="63642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CA" sz="3200" b="1" dirty="0"/>
              <a:t>v6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42F7CD3-A510-E3B9-AD4E-7965DD336E7F}"/>
              </a:ext>
            </a:extLst>
          </p:cNvPr>
          <p:cNvSpPr txBox="1"/>
          <p:nvPr/>
        </p:nvSpPr>
        <p:spPr>
          <a:xfrm>
            <a:off x="8814716" y="1847368"/>
            <a:ext cx="15001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experiments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069866D-E22D-E70C-C306-48857D5E1C0F}"/>
              </a:ext>
            </a:extLst>
          </p:cNvPr>
          <p:cNvSpPr txBox="1"/>
          <p:nvPr/>
        </p:nvSpPr>
        <p:spPr>
          <a:xfrm>
            <a:off x="8814716" y="2926121"/>
            <a:ext cx="7120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main</a:t>
            </a:r>
          </a:p>
        </p:txBody>
      </p:sp>
    </p:spTree>
    <p:extLst>
      <p:ext uri="{BB962C8B-B14F-4D97-AF65-F5344CB8AC3E}">
        <p14:creationId xmlns:p14="http://schemas.microsoft.com/office/powerpoint/2010/main" val="30225517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AB53-CD73-B10E-9C24-60D6361B2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F6711260-B882-CF7C-CF96-42B31B31AE00}"/>
              </a:ext>
            </a:extLst>
          </p:cNvPr>
          <p:cNvSpPr/>
          <p:nvPr/>
        </p:nvSpPr>
        <p:spPr>
          <a:xfrm>
            <a:off x="847786" y="4687943"/>
            <a:ext cx="636423" cy="63642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CA" sz="3200" b="1" dirty="0"/>
              <a:t>v1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9327BA1-2046-3411-73BC-9736046CFBAF}"/>
              </a:ext>
            </a:extLst>
          </p:cNvPr>
          <p:cNvSpPr/>
          <p:nvPr/>
        </p:nvSpPr>
        <p:spPr>
          <a:xfrm>
            <a:off x="2303004" y="4687943"/>
            <a:ext cx="636423" cy="63642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CA" sz="3200" b="1" dirty="0"/>
              <a:t>v2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5FCD93B-18AE-6CB2-7515-4827A6E48573}"/>
              </a:ext>
            </a:extLst>
          </p:cNvPr>
          <p:cNvSpPr/>
          <p:nvPr/>
        </p:nvSpPr>
        <p:spPr>
          <a:xfrm>
            <a:off x="3758222" y="4686113"/>
            <a:ext cx="636423" cy="63642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CA" sz="3200" b="1" dirty="0"/>
              <a:t>v3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57216C9-BF63-F019-3E28-6F95946EA650}"/>
              </a:ext>
            </a:extLst>
          </p:cNvPr>
          <p:cNvCxnSpPr>
            <a:stCxn id="4" idx="6"/>
            <a:endCxn id="5" idx="2"/>
          </p:cNvCxnSpPr>
          <p:nvPr/>
        </p:nvCxnSpPr>
        <p:spPr>
          <a:xfrm>
            <a:off x="1484209" y="5006155"/>
            <a:ext cx="818795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C8F5AFD-7215-A0BD-A218-0F3DC06EA80E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 flipV="1">
            <a:off x="2939427" y="5004325"/>
            <a:ext cx="818795" cy="183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2905A4DE-56A8-DE76-09CE-4814BDF738FD}"/>
              </a:ext>
            </a:extLst>
          </p:cNvPr>
          <p:cNvSpPr/>
          <p:nvPr/>
        </p:nvSpPr>
        <p:spPr>
          <a:xfrm>
            <a:off x="5213440" y="4686112"/>
            <a:ext cx="636423" cy="63642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CA" sz="3200" b="1" dirty="0"/>
              <a:t>v4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73132E3-C82C-B66D-DA98-378A6B1C7FC2}"/>
              </a:ext>
            </a:extLst>
          </p:cNvPr>
          <p:cNvCxnSpPr>
            <a:cxnSpLocks/>
          </p:cNvCxnSpPr>
          <p:nvPr/>
        </p:nvCxnSpPr>
        <p:spPr>
          <a:xfrm flipV="1">
            <a:off x="4394645" y="5004323"/>
            <a:ext cx="818795" cy="183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7629EFFF-19A9-891C-4F11-0BDF338734AE}"/>
              </a:ext>
            </a:extLst>
          </p:cNvPr>
          <p:cNvSpPr/>
          <p:nvPr/>
        </p:nvSpPr>
        <p:spPr>
          <a:xfrm>
            <a:off x="3214358" y="3693902"/>
            <a:ext cx="636423" cy="63642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CA" sz="3200" b="1" dirty="0"/>
              <a:t>v5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1BBF1BC-92E6-FCF7-710D-C37E2ADA6382}"/>
              </a:ext>
            </a:extLst>
          </p:cNvPr>
          <p:cNvCxnSpPr>
            <a:cxnSpLocks/>
          </p:cNvCxnSpPr>
          <p:nvPr/>
        </p:nvCxnSpPr>
        <p:spPr>
          <a:xfrm flipV="1">
            <a:off x="2831106" y="4198611"/>
            <a:ext cx="491573" cy="621046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D157966-3D24-C93D-AE12-2FD711B62756}"/>
              </a:ext>
            </a:extLst>
          </p:cNvPr>
          <p:cNvCxnSpPr>
            <a:cxnSpLocks/>
          </p:cNvCxnSpPr>
          <p:nvPr/>
        </p:nvCxnSpPr>
        <p:spPr>
          <a:xfrm>
            <a:off x="3850781" y="4004425"/>
            <a:ext cx="766506" cy="7688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57FE0B83-F084-44C4-1DA0-8CC8A915399D}"/>
              </a:ext>
            </a:extLst>
          </p:cNvPr>
          <p:cNvSpPr/>
          <p:nvPr/>
        </p:nvSpPr>
        <p:spPr>
          <a:xfrm>
            <a:off x="4617287" y="3693901"/>
            <a:ext cx="636423" cy="63642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CA" sz="3200" b="1" dirty="0"/>
              <a:t>v6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24677AE5-85FE-2316-6190-09FB99DC1188}"/>
              </a:ext>
            </a:extLst>
          </p:cNvPr>
          <p:cNvSpPr/>
          <p:nvPr/>
        </p:nvSpPr>
        <p:spPr>
          <a:xfrm>
            <a:off x="847786" y="1771717"/>
            <a:ext cx="636423" cy="63642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CA" sz="3200" b="1" dirty="0"/>
              <a:t>v1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10AEC13-EA16-88A5-ADC6-6B2EAD083130}"/>
              </a:ext>
            </a:extLst>
          </p:cNvPr>
          <p:cNvSpPr/>
          <p:nvPr/>
        </p:nvSpPr>
        <p:spPr>
          <a:xfrm>
            <a:off x="2303004" y="1771717"/>
            <a:ext cx="636423" cy="63642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CA" sz="3200" b="1" dirty="0"/>
              <a:t>v2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75CD597-FA02-3321-360E-525FE4E666A2}"/>
              </a:ext>
            </a:extLst>
          </p:cNvPr>
          <p:cNvSpPr/>
          <p:nvPr/>
        </p:nvSpPr>
        <p:spPr>
          <a:xfrm>
            <a:off x="3758222" y="1769887"/>
            <a:ext cx="636423" cy="63642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CA" sz="3200" b="1" dirty="0"/>
              <a:t>v3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4E7BC1F-8690-D1B5-F070-3DEDD35EDECD}"/>
              </a:ext>
            </a:extLst>
          </p:cNvPr>
          <p:cNvCxnSpPr>
            <a:stCxn id="2" idx="6"/>
            <a:endCxn id="3" idx="2"/>
          </p:cNvCxnSpPr>
          <p:nvPr/>
        </p:nvCxnSpPr>
        <p:spPr>
          <a:xfrm>
            <a:off x="1484209" y="2089929"/>
            <a:ext cx="818795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2B95AAA-D661-7E5F-DAD4-7BB9A9022A4A}"/>
              </a:ext>
            </a:extLst>
          </p:cNvPr>
          <p:cNvCxnSpPr>
            <a:cxnSpLocks/>
            <a:stCxn id="3" idx="6"/>
            <a:endCxn id="7" idx="2"/>
          </p:cNvCxnSpPr>
          <p:nvPr/>
        </p:nvCxnSpPr>
        <p:spPr>
          <a:xfrm flipV="1">
            <a:off x="2939427" y="2088099"/>
            <a:ext cx="818795" cy="183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AA384410-4256-7A57-C343-6EF1AC573644}"/>
              </a:ext>
            </a:extLst>
          </p:cNvPr>
          <p:cNvSpPr/>
          <p:nvPr/>
        </p:nvSpPr>
        <p:spPr>
          <a:xfrm>
            <a:off x="5213440" y="1769886"/>
            <a:ext cx="636423" cy="63642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CA" sz="3200" b="1" dirty="0"/>
              <a:t>v4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DEE6549-1D70-0CD8-130E-A621BEA0926E}"/>
              </a:ext>
            </a:extLst>
          </p:cNvPr>
          <p:cNvCxnSpPr>
            <a:cxnSpLocks/>
          </p:cNvCxnSpPr>
          <p:nvPr/>
        </p:nvCxnSpPr>
        <p:spPr>
          <a:xfrm flipV="1">
            <a:off x="4394645" y="2088097"/>
            <a:ext cx="818795" cy="183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DEC05D9C-F792-11B5-7AB5-4B1801A4908C}"/>
              </a:ext>
            </a:extLst>
          </p:cNvPr>
          <p:cNvSpPr/>
          <p:nvPr/>
        </p:nvSpPr>
        <p:spPr>
          <a:xfrm>
            <a:off x="6155032" y="698821"/>
            <a:ext cx="636423" cy="63642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CA" sz="3200" b="1" dirty="0"/>
              <a:t>v5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038D543-115B-FAC7-3DEF-9208F552A64E}"/>
              </a:ext>
            </a:extLst>
          </p:cNvPr>
          <p:cNvCxnSpPr>
            <a:cxnSpLocks/>
            <a:stCxn id="20" idx="7"/>
            <a:endCxn id="22" idx="3"/>
          </p:cNvCxnSpPr>
          <p:nvPr/>
        </p:nvCxnSpPr>
        <p:spPr>
          <a:xfrm flipV="1">
            <a:off x="5756661" y="1242042"/>
            <a:ext cx="491573" cy="621046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364CBED-CE59-C89A-5F24-20CE74908D19}"/>
              </a:ext>
            </a:extLst>
          </p:cNvPr>
          <p:cNvCxnSpPr>
            <a:cxnSpLocks/>
          </p:cNvCxnSpPr>
          <p:nvPr/>
        </p:nvCxnSpPr>
        <p:spPr>
          <a:xfrm>
            <a:off x="6791455" y="1009344"/>
            <a:ext cx="766506" cy="7688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3FD6272C-1072-1780-910D-07F6BE74BC3D}"/>
              </a:ext>
            </a:extLst>
          </p:cNvPr>
          <p:cNvSpPr/>
          <p:nvPr/>
        </p:nvSpPr>
        <p:spPr>
          <a:xfrm>
            <a:off x="7557961" y="698820"/>
            <a:ext cx="636423" cy="63642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CA" sz="3200" b="1" dirty="0"/>
              <a:t>v6</a:t>
            </a:r>
          </a:p>
        </p:txBody>
      </p:sp>
      <p:sp>
        <p:nvSpPr>
          <p:cNvPr id="27" name="Arrow: Pentagon 26">
            <a:extLst>
              <a:ext uri="{FF2B5EF4-FFF2-40B4-BE49-F238E27FC236}">
                <a16:creationId xmlns:a16="http://schemas.microsoft.com/office/drawing/2014/main" id="{B394B5C2-29BD-A4E3-A783-FE48D27C9C46}"/>
              </a:ext>
            </a:extLst>
          </p:cNvPr>
          <p:cNvSpPr/>
          <p:nvPr/>
        </p:nvSpPr>
        <p:spPr>
          <a:xfrm rot="16200000">
            <a:off x="5025141" y="5569423"/>
            <a:ext cx="978408" cy="484632"/>
          </a:xfrm>
          <a:prstGeom prst="homePlate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/>
              <a:t>main</a:t>
            </a:r>
          </a:p>
        </p:txBody>
      </p:sp>
      <p:sp>
        <p:nvSpPr>
          <p:cNvPr id="29" name="Arrow: Pentagon 28">
            <a:extLst>
              <a:ext uri="{FF2B5EF4-FFF2-40B4-BE49-F238E27FC236}">
                <a16:creationId xmlns:a16="http://schemas.microsoft.com/office/drawing/2014/main" id="{39378156-8BB7-E82C-B56E-EEFA9137787E}"/>
              </a:ext>
            </a:extLst>
          </p:cNvPr>
          <p:cNvSpPr/>
          <p:nvPr/>
        </p:nvSpPr>
        <p:spPr>
          <a:xfrm rot="16200000">
            <a:off x="4410181" y="4577212"/>
            <a:ext cx="978408" cy="484632"/>
          </a:xfrm>
          <a:prstGeom prst="homePlate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/>
              <a:t>bugfix</a:t>
            </a:r>
          </a:p>
        </p:txBody>
      </p:sp>
      <p:sp>
        <p:nvSpPr>
          <p:cNvPr id="30" name="Arrow: Pentagon 29">
            <a:extLst>
              <a:ext uri="{FF2B5EF4-FFF2-40B4-BE49-F238E27FC236}">
                <a16:creationId xmlns:a16="http://schemas.microsoft.com/office/drawing/2014/main" id="{6F88C685-6FA1-2D12-9AE6-20DDCD45116C}"/>
              </a:ext>
            </a:extLst>
          </p:cNvPr>
          <p:cNvSpPr/>
          <p:nvPr/>
        </p:nvSpPr>
        <p:spPr>
          <a:xfrm rot="16200000">
            <a:off x="7363362" y="1582131"/>
            <a:ext cx="978408" cy="484632"/>
          </a:xfrm>
          <a:prstGeom prst="homePlate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/>
              <a:t>test</a:t>
            </a:r>
          </a:p>
        </p:txBody>
      </p:sp>
      <p:sp>
        <p:nvSpPr>
          <p:cNvPr id="31" name="Arrow: Pentagon 30">
            <a:extLst>
              <a:ext uri="{FF2B5EF4-FFF2-40B4-BE49-F238E27FC236}">
                <a16:creationId xmlns:a16="http://schemas.microsoft.com/office/drawing/2014/main" id="{70482A19-749B-97B0-21DA-D792467AEAEE}"/>
              </a:ext>
            </a:extLst>
          </p:cNvPr>
          <p:cNvSpPr/>
          <p:nvPr/>
        </p:nvSpPr>
        <p:spPr>
          <a:xfrm rot="16200000">
            <a:off x="5042447" y="2697480"/>
            <a:ext cx="978408" cy="484632"/>
          </a:xfrm>
          <a:prstGeom prst="homePlate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/>
              <a:t>main</a:t>
            </a:r>
          </a:p>
        </p:txBody>
      </p:sp>
    </p:spTree>
    <p:extLst>
      <p:ext uri="{BB962C8B-B14F-4D97-AF65-F5344CB8AC3E}">
        <p14:creationId xmlns:p14="http://schemas.microsoft.com/office/powerpoint/2010/main" val="12589808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1598</TotalTime>
  <Words>29</Words>
  <Application>Microsoft Office PowerPoint</Application>
  <PresentationFormat>Widescreen</PresentationFormat>
  <Paragraphs>29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Simeon Wong</dc:creator>
  <cp:lastModifiedBy>Simeon Wong</cp:lastModifiedBy>
  <cp:revision>1</cp:revision>
  <dcterms:created xsi:type="dcterms:W3CDTF">2025-11-02T01:21:21Z</dcterms:created>
  <dcterms:modified xsi:type="dcterms:W3CDTF">2025-11-03T04:00:18Z</dcterms:modified>
</cp:coreProperties>
</file>